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자료는 공개된 공문 6건만을 근거로 정리했습니다. 누구를 비난하려는 것이 아니라 사실을 확인하려는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공청회 자료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순정축협 공동자원화센터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악취 문제와 공동협약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2023년의 약속은 지켜졌는가, 1억 원은 어떻게 쓰였는가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정읍시 감곡면 · 2026년 ____월 ____일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241280" y="5120640"/>
            <a:ext cx="1097280" cy="109728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0" y="5120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공개된 문서 6건에서 확인되는 핵심 숫자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11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동곡·횡룡·진농·원삼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진교(석점)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 8개월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 후 경과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611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2023. 1. 30. 공동협약 체결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10억 원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약속한 밀폐창고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11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990㎡(약 300평) 신축 계획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54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 원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환경개선사업비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611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협약서에는 금액 기재 없음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쟁점: ① 약속한 시설 개선의 이행 여부   ② 1억 원의 성격과 사용 내역   ③ 협약과 주민 개인 권리의 관계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일이 있었나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2022년 주민 합의부터 2026년 내용증명 답변까지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10515600" cy="0"/>
          </a:xfrm>
          <a:prstGeom prst="line">
            <a:avLst/>
          </a:prstGeom>
          <a:noFill/>
          <a:ln w="25400">
            <a:solidFill>
              <a:srgbClr val="BFC7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286000"/>
            <a:ext cx="457200" cy="45720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2022. 7. 22.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3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부락 합의문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14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호남바이오에 개선 요구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2286000"/>
            <a:ext cx="457200" cy="45720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2023. 1. 8.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3383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개선 요청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4114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인수자 순정축협에 6개 항목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286000"/>
            <a:ext cx="457200" cy="45720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2023. 1. 17.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383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축협 운영계획 회신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114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밀폐화·창고·분기 보고 약속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2286000"/>
            <a:ext cx="457200" cy="45720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2023. 1. 30.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383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공동협약 체결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4114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축협 ↔ 위원회·이장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49640" y="2286000"/>
            <a:ext cx="457200" cy="45720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49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2026. 9. 15.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3383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 내용증명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4114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 무효·자료공개·보상 요구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424160" y="2286000"/>
            <a:ext cx="457200" cy="45720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241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 21~22.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921240" y="3383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위원회·축협 답변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921240" y="4114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거부 / 청구 시 검토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조합장 교체: 고창인(2023) → 남상국(2026)   ·   협약 4조가 2023. 1. 17. 운영계획을 협약 내용으로 연결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순정축협이 약속한 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2023. 1. 17. 「향후개선 운영계획」 → 협약 4조로 이행 대상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밀폐화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투입구~포장조 전 생산라인 밀폐, 출입문 자동 폐쇄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011680"/>
            <a:ext cx="457200" cy="45720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펠렛형 생산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분쇄형 → 펠렛 설비 도입(정부 사업 신청)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011680"/>
            <a:ext cx="457200" cy="45720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밀폐 보관창고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990㎡, 약 10억 원 신축 + ICT 안개분무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집진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572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집진·세정탑 연중 가동, 주 5일 운영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70332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977640"/>
            <a:ext cx="457200" cy="45720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62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1회 보고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572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검사자료를 환경개선위원회에 보고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370332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3977640"/>
            <a:ext cx="457200" cy="45720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밀폐 운반차량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572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조합이 일괄 계약, 밀폐 차량 우선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4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법령 위반 시 위원장 요청으로 즉시 가동 중지  ·  지역인재 우선채용  ·  농번기 퇴비 원가 공급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 원, 문서마다 이름이 다르다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돈을 가리키는지 확인이 필요합니다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2022. 7.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합의문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“운영비 후원”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578608" y="24688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807208" y="173736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0088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2023. 1. 17.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90088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축협 운영계획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90088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“이사회 의결 후 집행 예정”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37176" y="24688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065776" y="173736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48656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2023. 1. 30.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48656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공동협약서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48656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4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금액 기재 없음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95744" y="24688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324344" y="173736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07224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2026. 9. 21.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07224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답변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07224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“후원금”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354312" y="24688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582912" y="173736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65792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2026. 9. 22.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765792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축협 답변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765792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“환경개선사업비”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16052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4343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축협 답변서에서 처음 밝혀진 설명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4754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 과정에서 자연가 송완복 이사장이 협의에 관여했고, 본인이 받을 수 있었던 “관련 금원”을 개인적으로 받지 않고 공익사업에 써 달라고 해 환경개선사업비로 지원했다.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532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그 금원의 원래 명목, 받은 단체, 사용 내역은 아직 공개되지 않았습니다.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답변서, 어떻게 다른가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9월 주민 내용증명에 대한 답변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017520" y="1600200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0" y="16002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환경개선위원회 (9. 21.)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60920" y="1600200"/>
            <a:ext cx="4251960" cy="731520"/>
          </a:xfrm>
          <a:prstGeom prst="roundRect">
            <a:avLst>
              <a:gd name="adj" fmla="val 15000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16002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순정축협 (9. 22.)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공개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17520" y="2606040"/>
            <a:ext cx="4160520" cy="868680"/>
          </a:xfrm>
          <a:prstGeom prst="roundRect">
            <a:avLst>
              <a:gd name="adj" fmla="val 1263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26060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거부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(공공기관 아님, 회원 아님)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60920" y="2606040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43800" y="260604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법령·정관에 따라 검토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특정해 청구하면 처리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6118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돈의 이름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17520" y="3611880"/>
            <a:ext cx="4160520" cy="868680"/>
          </a:xfrm>
          <a:prstGeom prst="roundRect">
            <a:avLst>
              <a:gd name="adj" fmla="val 1263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361188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후원금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60920" y="3611880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361188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환경개선사업비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177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창구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17520" y="4617720"/>
            <a:ext cx="4160520" cy="868680"/>
          </a:xfrm>
          <a:prstGeom prst="roundRect">
            <a:avLst>
              <a:gd name="adj" fmla="val 1263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0" y="46177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“순정축협에 먼저 확인하라”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60920" y="4617720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46177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적법한 청구 절차 안내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623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 개인 권리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17520" y="5623560"/>
            <a:ext cx="4160520" cy="868680"/>
          </a:xfrm>
          <a:prstGeom prst="roundRect">
            <a:avLst>
              <a:gd name="adj" fmla="val 1263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0400" y="56235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언급 없음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60920" y="5623560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43800" y="56235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위원회가 개인 배상청구권을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행사·포기할 수 없음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위원회는 “축협에 물어보라”, 축협은 “특정해서 청구하라” → 축협에 문서를 특정해 청구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축협 답변서에서 확인된 5가지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주민에게 의미 있는 표현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002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위원회는 모든 주민의 대표자가 아니다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0" y="1645920"/>
            <a:ext cx="4754880" cy="685800"/>
          </a:xfrm>
          <a:prstGeom prst="roundRect">
            <a:avLst>
              <a:gd name="adj" fmla="val 16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16459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협약이 있어도 주민 개인의 권리는 별도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5146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협약이 개인 권리를 제한하는지는 별도 판단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0" y="2560320"/>
            <a:ext cx="4754880" cy="685800"/>
          </a:xfrm>
          <a:prstGeom prst="roundRect">
            <a:avLst>
              <a:gd name="adj" fmla="val 16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25603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피해 청구의 길이 막혀 있지 않음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4290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악취는 “상당 부분 감소”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858000" y="3474720"/>
            <a:ext cx="4754880" cy="685800"/>
          </a:xfrm>
          <a:prstGeom prst="roundRect">
            <a:avLst>
              <a:gd name="adj" fmla="val 16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34747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악취가 아직 남아 있다는 뜻으로 읽힘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3434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 측정 결과를 내면 검토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858000" y="4389120"/>
            <a:ext cx="4754880" cy="685800"/>
          </a:xfrm>
          <a:prstGeom prst="roundRect">
            <a:avLst>
              <a:gd name="adj" fmla="val 16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86600" y="43891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환경분쟁조정 절차에 협조하겠다고 약속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2578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의결·회계 절차를 거쳤다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858000" y="5303520"/>
            <a:ext cx="4754880" cy="685800"/>
          </a:xfrm>
          <a:prstGeom prst="roundRect">
            <a:avLst>
              <a:gd name="adj" fmla="val 16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86600" y="5303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이사회 의결서·지급결의서가 존재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2026. 9. 22. 순정축협 내용증명 답변서 2~7항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사이에서 맞지 않는 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공청회에서 설명을 들어야 할 부분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 명단이 바뀌었다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 합의문 · 2023. 1. 8. 요청서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동곡 · 횡룡 · 원삼 · 진교 · 진농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2023. 1. 30. 협약서 서명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동곡 · 횡룡 · 원삼 · 석점 · 진농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54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진교마을이 빠지고 석점마을이 서명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협약서에 금액이 없다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 원(또는 후원) 내용이 협약서 본문에 없음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315468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337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 이행 기록이 안 보인다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794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보고·측정 결과가 주민에게 공개된 적 없음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466344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4846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효과 수치가 없다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5303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축협은 “상당 부분 감소”라고만 하고 수치는 밝히지 않음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순정축협에 묻는 핵심 질문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공개질의서 16개 질문 중 핵심 6개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 원 의결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591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이사회 의결은 언제, 어떤 안건으로 했습니까?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 원 지급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3591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어느 단체에, 몇 번에 나눠 지급했습니까?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명목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221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“관련 금원”은 원래 무슨 명목의 돈이었습니까?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10896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337560"/>
            <a:ext cx="457200" cy="45720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 이행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8221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약속 11개 항목의 현재 이행 상태는?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800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보고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52852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 후 검사자료를 몇 번, 누구에게 보고했습니까?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72200" y="457200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800600"/>
            <a:ext cx="457200" cy="45720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4800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수치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52852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“상당 부분 감소”의 근거가 된 측정 결과는?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마을 이장님께 묻는 질문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잘잘못을 따지려는 것이 아니라 과정을 공유해 달라는 요청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002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 전 주민 의견을 물었습니까?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6002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마을총회, 회의록, 동의서 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146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 원이 오간다는 것을 알고 서명했습니까?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5146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협약서에는 금액이 없음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290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진교 → 석점, 왜 바뀌었습니까?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34290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진교마을 주민은 알고 있는지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434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후원금 사용 내역을 보고받았습니까?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4343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회칙·회의록·장부 존재 여부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2578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주민 의견을 어떻게 모으시겠습니까?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52578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마을총회·설명회 의향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논의하고 싶은 제안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 회복을 위한 5가지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01168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결과 공개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118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공인기관 정기 측정, 마을회관 게시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07208" y="173736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201168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444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27432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1회 주민설명회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6118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현황·측정치·지원금 사용 설명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65776" y="173736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43016" y="201168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4301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02936" y="27432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지원금 투명화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02936" y="36118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금액과 사용처를 주민에게 공개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24344" y="173736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01584" y="201168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0158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61504" y="27432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민원 창구 일원화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461504" y="36118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악취 신고와 처리 결과를 기록·공유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82912" y="1737360"/>
            <a:ext cx="2057400" cy="3291840"/>
          </a:xfrm>
          <a:prstGeom prst="roundRect">
            <a:avLst>
              <a:gd name="adj" fmla="val 5333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60152" y="2011680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6015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720072" y="27432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 재정비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720072" y="36118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이행 점검 조항과 보고 의무 보완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요청: 현장 구두 답변 + 기한 내 서면 답변 + 마을회관 게시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비난이 아니라, 확인입니다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698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공개된 문서에 적힌 약속과 사실만 묻습니다.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개인정보는 가려도 됩니다. 필요한 것은 금액 · 날짜 · 의결 절차 · 사용처입니다.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어려우면 “답변 불가”와 그 사유를 알려 주십시오.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2022. 7. 22. 합의문 · 2023. 1. 8. 요청서 · 2023. 1. 17. 운영계획 · 2023. 1. 30. 협약서 · 2026. 9. 21./22. 답변서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2026-09-30T11:33:30Z</dcterms:created>
  <dcterms:modified xsi:type="dcterms:W3CDTF">2026-09-30T11:33:30Z</dcterms:modified>
</cp:coreProperties>
</file>